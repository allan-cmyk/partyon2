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609600"/>
            <a:ext cx="829066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GENTLEMAN'S EVENING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26669" y="3048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8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Lake Travis Bachelor Party Experience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6669" y="38385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Spirits. Epic Memories. Austin's Finest.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6669" y="4295775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PartyOnDelivery.com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B72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362722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50" y="1444526"/>
            <a:ext cx="3627221" cy="121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unforgettable day on Lake Travis with premium beverages delivered to your boat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917775"/>
            <a:ext cx="3556099" cy="1307902"/>
          </a:xfrm>
          <a:prstGeom prst="roundRect">
            <a:avLst>
              <a:gd name="adj" fmla="val 776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3171676"/>
            <a:ext cx="31092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by Reginald, Your Distinguished Beverage Concierge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950" y="507950"/>
            <a:ext cx="36272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Awaits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79950" y="1171426"/>
            <a:ext cx="3556099" cy="255969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boat party on Lake Travis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alcohol package delivered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Professional-grade beverage selection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Full-day adventure with the crew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Unforgettable bachelor celebration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657052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6669" y="822127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$636.71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7950" y="1936403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355503"/>
            <a:ext cx="3905399" cy="85367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Casamigos Tequila</a:t>
            </a:r>
            <a:endParaRPr lang="en-US" sz="1400" dirty="0"/>
          </a:p>
          <a:p>
            <a:pPr algn="l" marL="127000" indent="-1270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 Grey Goose Vodka</a:t>
            </a:r>
            <a:endParaRPr lang="en-US" sz="1400" dirty="0"/>
          </a:p>
          <a:p>
            <a:pPr algn="l" marL="127000" indent="-1270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 Crown Royal Purple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3463082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50" y="3882182"/>
            <a:ext cx="3905399" cy="28455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Red Bull Cases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30800" y="1936403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30800" y="2355503"/>
            <a:ext cx="3905399" cy="28455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24x White Claw Variety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0800" y="2893963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0800" y="3313063"/>
            <a:ext cx="3905399" cy="28455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 Liquid IV Pack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4636591"/>
            <a:ext cx="8128099" cy="476250"/>
          </a:xfrm>
          <a:prstGeom prst="rect">
            <a:avLst/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6525" y="4636591"/>
            <a:ext cx="0" cy="47625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500" y="4788991"/>
            <a:ext cx="7921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Final selections can be customized based on preferences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571500"/>
            <a:ext cx="816102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4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71500" y="1596926"/>
            <a:ext cx="2455366" cy="3073747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041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1625501"/>
            <a:ext cx="2455366" cy="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8950" y="1971526"/>
            <a:ext cx="18568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Service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8950" y="2752576"/>
            <a:ext cx="1820466" cy="16006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delivery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and coolers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assistance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44317" y="1596926"/>
            <a:ext cx="2455366" cy="3073747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041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44317" y="1625501"/>
            <a:ext cx="2455366" cy="0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1767" y="1971526"/>
            <a:ext cx="18568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 Ready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61767" y="2457301"/>
            <a:ext cx="1820466" cy="128051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packaging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transport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Water-safe delivery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17134" y="1596926"/>
            <a:ext cx="2455366" cy="3073747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4041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17134" y="1625501"/>
            <a:ext cx="2455366" cy="0"/>
          </a:xfrm>
          <a:prstGeom prst="line">
            <a:avLst/>
          </a:prstGeom>
          <a:noFill/>
          <a:ln w="57150">
            <a:solidFill>
              <a:srgbClr val="0B72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4584" y="1971526"/>
            <a:ext cx="18568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Essentials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34584" y="2752576"/>
            <a:ext cx="1820466" cy="16006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Mixers included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and accessories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playlist tips</a:t>
            </a:r>
            <a:endParaRPr lang="en-US" sz="1400" dirty="0"/>
          </a:p>
          <a:p>
            <a:pPr algn="l" marL="114300" indent="-114300">
              <a:lnSpc>
                <a:spcPts val="252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guidance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159" y="406301"/>
            <a:ext cx="80316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4901" y="1209526"/>
            <a:ext cx="7874198" cy="904875"/>
          </a:xfrm>
          <a:prstGeom prst="roundRect">
            <a:avLst>
              <a:gd name="adj" fmla="val 112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73001" y="1209526"/>
            <a:ext cx="0" cy="904875"/>
          </a:xfrm>
          <a:prstGeom prst="line">
            <a:avLst/>
          </a:prstGeom>
          <a:noFill/>
          <a:ln w="76200">
            <a:solidFill>
              <a:srgbClr val="0B72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01" y="1552426"/>
            <a:ext cx="16839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14451" y="1552426"/>
            <a:ext cx="59590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 - Group Decision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4901" y="2266801"/>
            <a:ext cx="7874198" cy="904875"/>
          </a:xfrm>
          <a:prstGeom prst="roundRect">
            <a:avLst>
              <a:gd name="adj" fmla="val 112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73001" y="2266801"/>
            <a:ext cx="0" cy="904875"/>
          </a:xfrm>
          <a:prstGeom prst="line">
            <a:avLst/>
          </a:prstGeom>
          <a:noFill/>
          <a:ln w="762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501" y="2609701"/>
            <a:ext cx="16839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451" y="2609701"/>
            <a:ext cx="59590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Travis, Austin TX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4901" y="3324076"/>
            <a:ext cx="7874198" cy="904875"/>
          </a:xfrm>
          <a:prstGeom prst="roundRect">
            <a:avLst>
              <a:gd name="adj" fmla="val 112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73001" y="3324076"/>
            <a:ext cx="0" cy="904875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501" y="3666976"/>
            <a:ext cx="16839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451" y="3666976"/>
            <a:ext cx="59590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72-hour advance booking required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901" y="4330452"/>
            <a:ext cx="7874198" cy="463451"/>
          </a:xfrm>
          <a:prstGeom prst="roundRect">
            <a:avLst>
              <a:gd name="adj" fmla="val 21923"/>
            </a:avLst>
          </a:prstGeom>
          <a:solidFill>
            <a:srgbClr val="0B72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48" y="4457402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directly to boat dock or marina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6641" y="150168"/>
            <a:ext cx="5750570" cy="484331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6735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734" y="785068"/>
            <a:ext cx="457038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734" y="1689943"/>
            <a:ext cx="4570384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64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$636.71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286734" y="2877294"/>
            <a:ext cx="457038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Package Cost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734" y="3606105"/>
            <a:ext cx="4570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~$64 per person (10 attendees)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734" y="4149030"/>
            <a:ext cx="45703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cost makes premium experience affordable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39" y="504527"/>
            <a:ext cx="757232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DO THIS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0078" y="1460153"/>
            <a:ext cx="7423845" cy="1686967"/>
          </a:xfrm>
          <a:prstGeom prst="roundRect">
            <a:avLst>
              <a:gd name="adj" fmla="val 9034"/>
            </a:avLst>
          </a:prstGeom>
          <a:solidFill>
            <a:srgbClr val="0B7285"/>
          </a:solidFill>
          <a:ln w="3810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87363" y="1853803"/>
            <a:ext cx="67692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Commit?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7363" y="2428429"/>
            <a:ext cx="6769275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our website to customize your package and lock in your delivery date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839" y="3502670"/>
            <a:ext cx="75723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PartyOnDelivery.com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85839" y="4166146"/>
            <a:ext cx="75723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5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the organizer to confirm attendance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Last Gentleman's Evening - Bachelor Party</dc:title>
  <dc:subject>PptxGenJS Presentation</dc:subject>
  <dc:creator>Party On Delivery</dc:creator>
  <cp:lastModifiedBy>Party On Delivery</cp:lastModifiedBy>
  <cp:revision>1</cp:revision>
  <dcterms:created xsi:type="dcterms:W3CDTF">2025-11-13T16:19:37Z</dcterms:created>
  <dcterms:modified xsi:type="dcterms:W3CDTF">2025-11-13T16:19:37Z</dcterms:modified>
</cp:coreProperties>
</file>